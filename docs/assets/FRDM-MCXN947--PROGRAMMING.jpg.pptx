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9EBD-56D3-AABF-F020-27E2EF1D9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F6EAB-7289-D483-C11C-0782765CE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13DB-151C-D415-700C-EC1110812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FC5C-1C90-4D9A-B2C6-F5B8A66687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7F5A1-0E93-BBB4-EC70-8BBE1852F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0785A-6DEC-2C42-9E0B-E442AEC5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132C4-DCCF-4B26-B5B5-0AB8C4A3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83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1D464-5344-7E91-8249-F5210790A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AB739-6412-21A1-A60A-EB57B5BF1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E1B25-9DEE-784C-8C55-A146552A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FC5C-1C90-4D9A-B2C6-F5B8A66687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E0B50-D062-A85C-0B70-FC2C2576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6D664-B0F8-2023-0BA3-7761BA15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132C4-DCCF-4B26-B5B5-0AB8C4A3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6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5297-FA36-00B5-9EAF-12A1E3009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68545-B2A9-310F-CDA9-C96636553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1AD9F-A526-892D-42B4-41557A8EA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FC5C-1C90-4D9A-B2C6-F5B8A66687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2FBD0-9379-FDF3-2502-7E785E7C2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C2E6B-DE55-0586-F8B5-300EB37F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132C4-DCCF-4B26-B5B5-0AB8C4A3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0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6952D-C855-FDEA-5958-C45CD30B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CF7D4-7CEE-C72B-C583-3517E43F3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E7C48-4403-43FB-9C0D-E6FFE49CB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B44D1-11A8-F6DF-E34F-9ADA1ACD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FC5C-1C90-4D9A-B2C6-F5B8A66687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FCE0D-E739-54E2-6080-0C068D80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24884-9BDD-A81A-E9E7-B58FFC53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132C4-DCCF-4B26-B5B5-0AB8C4A3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3DB47-6E4D-5689-80C3-474E683BA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9FAC0-E67E-085F-E8F0-1CAC73AA7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56A93-2D51-71EE-D2CF-E0A29F3B8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2690CD-57A7-3D12-0276-401088D75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AFCF87-868B-47AC-4FB8-77A71BE375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7F957F-7D1B-2B59-B28A-8E464D0E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FC5C-1C90-4D9A-B2C6-F5B8A66687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5D8237-1BB7-DA3C-C9B0-4D77AB76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A2D9D9-5300-1768-15C7-F2DD6327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132C4-DCCF-4B26-B5B5-0AB8C4A3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27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8587-4DB6-D2DF-35BC-6DAEE78CC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A4244-3CAA-263E-9623-73F169020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FC5C-1C90-4D9A-B2C6-F5B8A66687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4C8E35-6E04-6CFB-C9A5-581D0F8F2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8610A-1E5B-4FD1-C70C-9BC5252E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132C4-DCCF-4B26-B5B5-0AB8C4A3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0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C1A2B-F5B5-CC5F-D10E-8E3F10B4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FC5C-1C90-4D9A-B2C6-F5B8A66687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4E5DFA-C058-C3CF-BDE0-0F9B252AF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F00EA-8313-F2C1-86FD-CB326808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132C4-DCCF-4B26-B5B5-0AB8C4A3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41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F3DA3-6F9C-4C13-68FC-59F4AEE1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AF337-DA66-26E3-BF81-8E0E9911C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925E6-05EA-7D5F-476E-BDFA57D7C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6EFC1-1982-B1F6-FBBA-3AC086FA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FC5C-1C90-4D9A-B2C6-F5B8A66687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AED10-6FD7-70A6-82E4-80B25818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6F37B-A2F6-59DB-1F86-4AD0BCD5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132C4-DCCF-4B26-B5B5-0AB8C4A3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1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F8AE-8441-652E-5804-0D2666EF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954F2C-F708-1546-5061-18CB2A4074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3CACE-71D8-248A-245C-93DDBF147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933C4-F32F-E591-884A-041459DC1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FC5C-1C90-4D9A-B2C6-F5B8A66687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F58CA-E834-6D3E-A524-B1671BC2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77C2-0EE2-2711-289F-EC427FEE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132C4-DCCF-4B26-B5B5-0AB8C4A3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3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8328-E438-B8A8-CA9D-DD0767F2F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6B7CF-C7A4-8879-CC1A-79672F96C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7E0FF-FC0C-6864-D2A0-61696E19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FC5C-1C90-4D9A-B2C6-F5B8A66687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30E6C-0295-1E6F-5E15-283E3BC6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9F0DC-075B-964D-FB55-9DC6A822E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132C4-DCCF-4B26-B5B5-0AB8C4A3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45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36C39-8D6B-A551-239B-0EC9B4AB5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39143-2E9B-A7FB-7443-DFDAB57A3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29F8A-F5E1-24F0-7C6A-7E59DD55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BFC5C-1C90-4D9A-B2C6-F5B8A66687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1147E-92C4-7CB5-2781-736A96C5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CADE9-D868-F8B2-0256-51034694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132C4-DCCF-4B26-B5B5-0AB8C4A3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6D3A2-D43A-9E6C-E7B0-575B8CEB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5B14A-5F64-BD8E-5C58-A2D5CC6D7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83BB1-E1AB-B0D9-F0C3-F3458F276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BFC5C-1C90-4D9A-B2C6-F5B8A66687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A4A10-D572-42BE-A351-398FEA92F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9257E-E8AB-2FF0-C839-CA27B0CAB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A132C4-DCCF-4B26-B5B5-0AB8C4A3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58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A91D5A-FD28-1A2D-60ED-88035CB60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458" y="1851479"/>
            <a:ext cx="6463553" cy="299059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531BDFA-0E64-BE95-9B2F-4B09B4907A74}"/>
              </a:ext>
            </a:extLst>
          </p:cNvPr>
          <p:cNvCxnSpPr>
            <a:cxnSpLocks/>
          </p:cNvCxnSpPr>
          <p:nvPr/>
        </p:nvCxnSpPr>
        <p:spPr>
          <a:xfrm>
            <a:off x="493059" y="4222376"/>
            <a:ext cx="3274608" cy="0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3C5712-FAAC-563C-567C-376C293F870E}"/>
              </a:ext>
            </a:extLst>
          </p:cNvPr>
          <p:cNvCxnSpPr>
            <a:cxnSpLocks/>
          </p:cNvCxnSpPr>
          <p:nvPr/>
        </p:nvCxnSpPr>
        <p:spPr>
          <a:xfrm flipV="1">
            <a:off x="9724714" y="4842078"/>
            <a:ext cx="0" cy="1365624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DD50BE-4268-4771-2E91-C72DA8CE6029}"/>
              </a:ext>
            </a:extLst>
          </p:cNvPr>
          <p:cNvCxnSpPr>
            <a:cxnSpLocks/>
          </p:cNvCxnSpPr>
          <p:nvPr/>
        </p:nvCxnSpPr>
        <p:spPr>
          <a:xfrm>
            <a:off x="4248773" y="836334"/>
            <a:ext cx="0" cy="1015145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D61817F-D08F-36B9-6A6F-0E5261E990B0}"/>
              </a:ext>
            </a:extLst>
          </p:cNvPr>
          <p:cNvSpPr txBox="1"/>
          <p:nvPr/>
        </p:nvSpPr>
        <p:spPr>
          <a:xfrm>
            <a:off x="874248" y="3791930"/>
            <a:ext cx="199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HIGH SPEED USB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9CD9CD-FA87-63F9-D263-E9B92565336B}"/>
              </a:ext>
            </a:extLst>
          </p:cNvPr>
          <p:cNvSpPr txBox="1"/>
          <p:nvPr/>
        </p:nvSpPr>
        <p:spPr>
          <a:xfrm>
            <a:off x="1527465" y="3546150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E1FBFC-B2FF-124D-FE77-ED5094F93425}"/>
              </a:ext>
            </a:extLst>
          </p:cNvPr>
          <p:cNvSpPr txBox="1"/>
          <p:nvPr/>
        </p:nvSpPr>
        <p:spPr>
          <a:xfrm>
            <a:off x="641293" y="4283491"/>
            <a:ext cx="2805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ROM ISP PROGRAMMING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D26104-F178-76D9-2A0D-0E17B91F6B77}"/>
              </a:ext>
            </a:extLst>
          </p:cNvPr>
          <p:cNvSpPr txBox="1"/>
          <p:nvPr/>
        </p:nvSpPr>
        <p:spPr>
          <a:xfrm>
            <a:off x="874248" y="4593556"/>
            <a:ext cx="2122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CAMERA PREVIEW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704CD0-35BE-936E-A275-0E0F2C9D9CC1}"/>
              </a:ext>
            </a:extLst>
          </p:cNvPr>
          <p:cNvCxnSpPr/>
          <p:nvPr/>
        </p:nvCxnSpPr>
        <p:spPr>
          <a:xfrm>
            <a:off x="591670" y="2512110"/>
            <a:ext cx="3101788" cy="0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5E41815-4A0F-B6FD-F884-866A9CC92D4A}"/>
              </a:ext>
            </a:extLst>
          </p:cNvPr>
          <p:cNvSpPr txBox="1"/>
          <p:nvPr/>
        </p:nvSpPr>
        <p:spPr>
          <a:xfrm>
            <a:off x="1265594" y="1834562"/>
            <a:ext cx="1274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OPTIONAL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AB769C-8A98-003C-BF70-A6E8C25E69A9}"/>
              </a:ext>
            </a:extLst>
          </p:cNvPr>
          <p:cNvSpPr txBox="1"/>
          <p:nvPr/>
        </p:nvSpPr>
        <p:spPr>
          <a:xfrm>
            <a:off x="1082638" y="2081003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2">
                    <a:lumMod val="50000"/>
                  </a:schemeClr>
                </a:solidFill>
              </a:rPr>
              <a:t>JLINK DEBUG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E1076C-3620-BFD2-9361-3EFA61AF651B}"/>
              </a:ext>
            </a:extLst>
          </p:cNvPr>
          <p:cNvSpPr txBox="1"/>
          <p:nvPr/>
        </p:nvSpPr>
        <p:spPr>
          <a:xfrm>
            <a:off x="1668752" y="1556639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A7052E-85A2-93E3-0D48-F5D9B452F698}"/>
              </a:ext>
            </a:extLst>
          </p:cNvPr>
          <p:cNvSpPr txBox="1"/>
          <p:nvPr/>
        </p:nvSpPr>
        <p:spPr>
          <a:xfrm>
            <a:off x="4315653" y="1024431"/>
            <a:ext cx="581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47C3AA-D2D3-31C7-BC5F-4287E0E3B6DF}"/>
              </a:ext>
            </a:extLst>
          </p:cNvPr>
          <p:cNvSpPr txBox="1"/>
          <p:nvPr/>
        </p:nvSpPr>
        <p:spPr>
          <a:xfrm>
            <a:off x="9866226" y="4987557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SW3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CF78F7-35D9-8CC5-EF47-0ADEFD013CF5}"/>
              </a:ext>
            </a:extLst>
          </p:cNvPr>
          <p:cNvSpPr txBox="1"/>
          <p:nvPr/>
        </p:nvSpPr>
        <p:spPr>
          <a:xfrm>
            <a:off x="9869111" y="5340224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ISP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6A792E-059E-A828-14C5-E06C2B955F0B}"/>
              </a:ext>
            </a:extLst>
          </p:cNvPr>
          <p:cNvSpPr txBox="1"/>
          <p:nvPr/>
        </p:nvSpPr>
        <p:spPr>
          <a:xfrm>
            <a:off x="9866226" y="5669126"/>
            <a:ext cx="1386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RECOVERY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0A7450-C520-33B3-8E21-5359EA91777E}"/>
              </a:ext>
            </a:extLst>
          </p:cNvPr>
          <p:cNvSpPr txBox="1"/>
          <p:nvPr/>
        </p:nvSpPr>
        <p:spPr>
          <a:xfrm>
            <a:off x="4303062" y="789909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SW1</a:t>
            </a:r>
          </a:p>
        </p:txBody>
      </p:sp>
      <p:pic>
        <p:nvPicPr>
          <p:cNvPr id="44" name="Graphic 43" descr="Smiley - Wikipedia">
            <a:extLst>
              <a:ext uri="{FF2B5EF4-FFF2-40B4-BE49-F238E27FC236}">
                <a16:creationId xmlns:a16="http://schemas.microsoft.com/office/drawing/2014/main" id="{CB839172-634C-1531-659C-919A302482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6521" y="5094171"/>
            <a:ext cx="1149910" cy="114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2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 Hughes</dc:creator>
  <cp:lastModifiedBy>Eli Hughes</cp:lastModifiedBy>
  <cp:revision>2</cp:revision>
  <dcterms:created xsi:type="dcterms:W3CDTF">2026-08-26T13:05:45Z</dcterms:created>
  <dcterms:modified xsi:type="dcterms:W3CDTF">2026-08-26T13:16:49Z</dcterms:modified>
</cp:coreProperties>
</file>